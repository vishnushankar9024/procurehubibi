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508760"/>
            <a:ext cx="82296" cy="2286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97480"/>
            <a:ext cx="9326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546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pic>
        <p:nvPicPr>
          <p:cNvPr id="8" name="Picture 7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8404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212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814014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18488"/>
            <a:ext cx="67208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Deliver full scoped program in 2–3 months: POC → tender engine → chatbot → governance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572768"/>
            <a:ext cx="406908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73736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0" y="175564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58568"/>
            <a:ext cx="361188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1868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2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72768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82496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704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6824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6519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1682496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142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46177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6440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9242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6177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1572768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06440" y="1572768"/>
            <a:ext cx="64008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n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682496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28232" y="170078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048256"/>
            <a:ext cx="54864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167128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36192" y="2258568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6974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971800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6192" y="3063240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50215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77647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36192" y="3867912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30682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72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572768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07568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2167128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4261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2734056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09544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3300984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77647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386791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343400"/>
            <a:ext cx="4297680" cy="47548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4434840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architecture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6163733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ra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5274129" cy="868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2532888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32888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0837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532888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532888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6609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00837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48456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48456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764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239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648456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7764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239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11064240" cy="38404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92808"/>
            <a:ext cx="777240" cy="777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0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874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377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81528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64240" cy="4754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2644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630168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84648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178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44568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2–3 month delivery | slope, phases &amp; timeline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Full program scope delivered in 2–3 months — parallel workstreams where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441448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0128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1344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2832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2832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42832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2832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Governance control plane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Delivery Slope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How capability, effort, and business value accelerate across the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delivery_slope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5852160" cy="1170432"/>
          </a:xfrm>
          <a:prstGeom prst="rect">
            <a:avLst/>
          </a:prstGeom>
        </p:spPr>
      </p:pic>
      <p:pic>
        <p:nvPicPr>
          <p:cNvPr id="12" name="Picture 11" descr="delivery_slope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34640"/>
            <a:ext cx="6726115" cy="2331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Target: complete Phases 1–4 in 2–3 months | Accelerated track: ~8–10 weeks with parallel squads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Total program duration: 2–3 months (10–12 weeks)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44368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824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430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0614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758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0036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6642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26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970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Full scope (contract POC + tender engine + chatbot + governance platform) within 2–3 months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71616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1616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0128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1616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1616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4496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33104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33104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5984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5984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923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by Week 3.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Complete full program scope in 2–3 months (Phases 1–4).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572768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7556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12848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CMCS  |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